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058400" cy="7772400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63D63"/>
    <a:srgbClr val="41736E"/>
    <a:srgbClr val="47D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23"/>
    <p:restoredTop sz="95340"/>
  </p:normalViewPr>
  <p:slideViewPr>
    <p:cSldViewPr snapToGrid="0">
      <p:cViewPr varScale="1">
        <p:scale>
          <a:sx n="108" d="100"/>
          <a:sy n="108" d="100"/>
        </p:scale>
        <p:origin x="15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4D31-4DE1-4D0B-8860-8E38D462CBC0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CF9F-5996-48F5-9AC0-8D1CA1DDD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61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4D31-4DE1-4D0B-8860-8E38D462CBC0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CF9F-5996-48F5-9AC0-8D1CA1DDD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00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82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82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4D31-4DE1-4D0B-8860-8E38D462CBC0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CF9F-5996-48F5-9AC0-8D1CA1DDD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30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4D31-4DE1-4D0B-8860-8E38D462CBC0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CF9F-5996-48F5-9AC0-8D1CA1DDD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22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4D31-4DE1-4D0B-8860-8E38D462CBC0}" type="datetimeFigureOut">
              <a:rPr lang="en-US" smtClean="0"/>
              <a:t>4/28/26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CF9F-5996-48F5-9AC0-8D1CA1DDD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561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4D31-4DE1-4D0B-8860-8E38D462CBC0}" type="datetimeFigureOut">
              <a:rPr lang="en-US" smtClean="0"/>
              <a:t>4/28/26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CF9F-5996-48F5-9AC0-8D1CA1DDD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4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4D31-4DE1-4D0B-8860-8E38D462CBC0}" type="datetimeFigureOut">
              <a:rPr lang="en-US" smtClean="0"/>
              <a:t>4/28/26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CF9F-5996-48F5-9AC0-8D1CA1DDD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42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4D31-4DE1-4D0B-8860-8E38D462CBC0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CF9F-5996-48F5-9AC0-8D1CA1DDD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148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4D31-4DE1-4D0B-8860-8E38D462CBC0}" type="datetimeFigureOut">
              <a:rPr lang="en-US" smtClean="0"/>
              <a:t>4/28/26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CF9F-5996-48F5-9AC0-8D1CA1DDD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310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4D31-4DE1-4D0B-8860-8E38D462CBC0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CF9F-5996-48F5-9AC0-8D1CA1DDD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901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D4D31-4DE1-4D0B-8860-8E38D462CBC0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ACF9F-5996-48F5-9AC0-8D1CA1DDD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5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D4D31-4DE1-4D0B-8860-8E38D462CBC0}" type="datetimeFigureOut">
              <a:rPr lang="en-US" smtClean="0"/>
              <a:t>4/28/26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ACF9F-5996-48F5-9AC0-8D1CA1DDDF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687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04F036E-1350-60FE-474C-1C860137F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58" t="-11" r="6858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F6F484-4D10-7FBB-D4D2-3126DCFA7103}"/>
              </a:ext>
            </a:extLst>
          </p:cNvPr>
          <p:cNvSpPr txBox="1"/>
          <p:nvPr/>
        </p:nvSpPr>
        <p:spPr>
          <a:xfrm>
            <a:off x="931178" y="3862725"/>
            <a:ext cx="22305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41736E"/>
                </a:solidFill>
                <a:latin typeface="Jumble" panose="02000503000000020004" pitchFamily="2" charset="0"/>
              </a:rPr>
              <a:t>Awarded to: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6D36A6-0A60-F887-0F00-AFBF7E028905}"/>
              </a:ext>
            </a:extLst>
          </p:cNvPr>
          <p:cNvSpPr/>
          <p:nvPr/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>
              <a:alpha val="87843"/>
            </a:srgbClr>
          </a:solidFill>
          <a:ln w="82550" cmpd="sng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C9995-3B71-D949-A752-83226AF11941}"/>
              </a:ext>
            </a:extLst>
          </p:cNvPr>
          <p:cNvSpPr txBox="1"/>
          <p:nvPr/>
        </p:nvSpPr>
        <p:spPr>
          <a:xfrm>
            <a:off x="443863" y="2659784"/>
            <a:ext cx="917067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Segoe UI" panose="020B0502040204020203" pitchFamily="34" charset="0"/>
                <a:ea typeface="Dela Gothic One" pitchFamily="2" charset="-128"/>
                <a:cs typeface="Segoe UI" panose="020B0502040204020203" pitchFamily="34" charset="0"/>
              </a:rPr>
              <a:t>This certificate is proudly awarded to</a:t>
            </a:r>
            <a:br>
              <a:rPr lang="en-US" sz="2000" b="1" dirty="0">
                <a:latin typeface="Segoe UI" panose="020B0502040204020203" pitchFamily="34" charset="0"/>
                <a:ea typeface="Dela Gothic One" pitchFamily="2" charset="-128"/>
                <a:cs typeface="Segoe UI" panose="020B0502040204020203" pitchFamily="34" charset="0"/>
              </a:rPr>
            </a:br>
            <a:endParaRPr lang="en-US" sz="2000" b="1" dirty="0">
              <a:latin typeface="Segoe UI" panose="020B0502040204020203" pitchFamily="34" charset="0"/>
              <a:ea typeface="Dela Gothic One" pitchFamily="2" charset="-128"/>
              <a:cs typeface="Segoe UI" panose="020B0502040204020203" pitchFamily="34" charset="0"/>
            </a:endParaRPr>
          </a:p>
          <a:p>
            <a:pPr algn="ctr"/>
            <a:endParaRPr lang="en-US" sz="2000" b="1" dirty="0">
              <a:latin typeface="Segoe UI" panose="020B0502040204020203" pitchFamily="34" charset="0"/>
              <a:ea typeface="Dela Gothic One" pitchFamily="2" charset="-128"/>
              <a:cs typeface="Segoe UI" panose="020B0502040204020203" pitchFamily="34" charset="0"/>
            </a:endParaRPr>
          </a:p>
          <a:p>
            <a:pPr algn="ctr"/>
            <a:endParaRPr lang="en-US" sz="2000" b="1" dirty="0">
              <a:latin typeface="Segoe UI" panose="020B0502040204020203" pitchFamily="34" charset="0"/>
              <a:ea typeface="Dela Gothic One" pitchFamily="2" charset="-128"/>
              <a:cs typeface="Segoe UI" panose="020B0502040204020203" pitchFamily="34" charset="0"/>
            </a:endParaRPr>
          </a:p>
          <a:p>
            <a:pPr algn="ctr"/>
            <a:endParaRPr lang="en-US" sz="2000" b="1" dirty="0">
              <a:latin typeface="Segoe UI" panose="020B0502040204020203" pitchFamily="34" charset="0"/>
              <a:ea typeface="Dela Gothic One" pitchFamily="2" charset="-128"/>
              <a:cs typeface="Segoe UI" panose="020B0502040204020203" pitchFamily="34" charset="0"/>
            </a:endParaRPr>
          </a:p>
          <a:p>
            <a:pPr algn="ctr"/>
            <a:r>
              <a:rPr lang="en-US" sz="2000" b="1" dirty="0">
                <a:latin typeface="Segoe UI" panose="020B0502040204020203" pitchFamily="34" charset="0"/>
                <a:ea typeface="Dela Gothic One" pitchFamily="2" charset="-128"/>
                <a:cs typeface="Segoe UI" panose="020B0502040204020203" pitchFamily="34" charset="0"/>
              </a:rPr>
              <a:t>for completing the </a:t>
            </a:r>
            <a:r>
              <a:rPr lang="en-US" sz="2000" b="1" i="1" dirty="0">
                <a:latin typeface="Segoe UI" panose="020B0502040204020203" pitchFamily="34" charset="0"/>
                <a:ea typeface="Dela Gothic One" pitchFamily="2" charset="-128"/>
                <a:cs typeface="Segoe UI" panose="020B0502040204020203" pitchFamily="34" charset="0"/>
              </a:rPr>
              <a:t>Driven by STEM </a:t>
            </a:r>
            <a:r>
              <a:rPr lang="en-US" sz="2000" b="1" dirty="0" err="1">
                <a:latin typeface="Segoe UI" panose="020B0502040204020203" pitchFamily="34" charset="0"/>
                <a:ea typeface="Dela Gothic One" pitchFamily="2" charset="-128"/>
                <a:cs typeface="Segoe UI" panose="020B0502040204020203" pitchFamily="34" charset="0"/>
              </a:rPr>
              <a:t>MakeCode</a:t>
            </a:r>
            <a:r>
              <a:rPr lang="en-US" sz="2000" b="1" dirty="0">
                <a:latin typeface="Segoe UI" panose="020B0502040204020203" pitchFamily="34" charset="0"/>
                <a:ea typeface="Dela Gothic One" pitchFamily="2" charset="-128"/>
                <a:cs typeface="Segoe UI" panose="020B0502040204020203" pitchFamily="34" charset="0"/>
              </a:rPr>
              <a:t> Arcade Experience and demonstrating creativity, problem-solving, engineering thinking, and persistence through design, testing, and iteration.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F4BF709-3BE0-AB97-C981-22A6F1509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84967" y="6098642"/>
            <a:ext cx="1629569" cy="16295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3BC3EE-F179-3F17-E167-A82D28D3F078}"/>
              </a:ext>
            </a:extLst>
          </p:cNvPr>
          <p:cNvSpPr txBox="1"/>
          <p:nvPr/>
        </p:nvSpPr>
        <p:spPr>
          <a:xfrm>
            <a:off x="1036040" y="1563217"/>
            <a:ext cx="79863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Segoe UI" panose="020B0502040204020203" pitchFamily="34" charset="0"/>
                <a:ea typeface="ADLaM Display" panose="02010000000000000000" pitchFamily="2" charset="0"/>
                <a:cs typeface="Segoe UI" panose="020B0502040204020203" pitchFamily="34" charset="0"/>
              </a:rPr>
              <a:t>Certificate of Completion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1E7BB62-4F10-A854-7E9D-FC968AB9EB23}"/>
              </a:ext>
            </a:extLst>
          </p:cNvPr>
          <p:cNvCxnSpPr>
            <a:cxnSpLocks/>
          </p:cNvCxnSpPr>
          <p:nvPr/>
        </p:nvCxnSpPr>
        <p:spPr>
          <a:xfrm>
            <a:off x="1645920" y="3998555"/>
            <a:ext cx="67665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30FCE737-68AF-9F41-DD82-8D436249EE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8256" y="5395524"/>
            <a:ext cx="2002991" cy="60311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2D58E1E-237A-350E-42B1-A76EE38342C4}"/>
              </a:ext>
            </a:extLst>
          </p:cNvPr>
          <p:cNvSpPr txBox="1"/>
          <p:nvPr/>
        </p:nvSpPr>
        <p:spPr>
          <a:xfrm>
            <a:off x="2475716" y="5991520"/>
            <a:ext cx="502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Segoe UI" panose="020B0502040204020203" pitchFamily="34" charset="0"/>
                <a:ea typeface="Dela Gothic One" pitchFamily="2" charset="-128"/>
                <a:cs typeface="Segoe UI" panose="020B0502040204020203" pitchFamily="34" charset="0"/>
              </a:rPr>
              <a:t>Avery, Casey, Drew, Jordan, Kai, Morgan, Riley, Sam, and Taylor</a:t>
            </a:r>
            <a:br>
              <a:rPr lang="en-US" sz="2000" dirty="0">
                <a:latin typeface="Segoe UI" panose="020B0502040204020203" pitchFamily="34" charset="0"/>
                <a:ea typeface="Dela Gothic One" pitchFamily="2" charset="-128"/>
                <a:cs typeface="Segoe UI" panose="020B0502040204020203" pitchFamily="34" charset="0"/>
              </a:rPr>
            </a:br>
            <a:endParaRPr lang="en-US" sz="1100" dirty="0">
              <a:latin typeface="Segoe UI" panose="020B0502040204020203" pitchFamily="34" charset="0"/>
              <a:ea typeface="Dela Gothic One" pitchFamily="2" charset="-128"/>
              <a:cs typeface="Segoe UI" panose="020B0502040204020203" pitchFamily="34" charset="0"/>
            </a:endParaRPr>
          </a:p>
          <a:p>
            <a:pPr>
              <a:buNone/>
            </a:pPr>
            <a:r>
              <a:rPr lang="en-US" sz="2000" b="1" dirty="0">
                <a:latin typeface="Segoe UI" panose="020B0502040204020203" pitchFamily="34" charset="0"/>
                <a:ea typeface="Dela Gothic One" pitchFamily="2" charset="-128"/>
                <a:cs typeface="Segoe UI" panose="020B0502040204020203" pitchFamily="34" charset="0"/>
              </a:rPr>
              <a:t>Your </a:t>
            </a:r>
            <a:r>
              <a:rPr lang="en-US" sz="2000" b="1" i="1" dirty="0">
                <a:latin typeface="Segoe UI" panose="020B0502040204020203" pitchFamily="34" charset="0"/>
                <a:ea typeface="Dela Gothic One" pitchFamily="2" charset="-128"/>
                <a:cs typeface="Segoe UI" panose="020B0502040204020203" pitchFamily="34" charset="0"/>
              </a:rPr>
              <a:t>Driven by STEM</a:t>
            </a:r>
            <a:r>
              <a:rPr lang="en-US" sz="2000" b="1" dirty="0">
                <a:latin typeface="Segoe UI" panose="020B0502040204020203" pitchFamily="34" charset="0"/>
                <a:ea typeface="Dela Gothic One" pitchFamily="2" charset="-128"/>
                <a:cs typeface="Segoe UI" panose="020B0502040204020203" pitchFamily="34" charset="0"/>
              </a:rPr>
              <a:t> Guide Team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018E234-4F93-230A-5607-46DEACB8F3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14" y="5479899"/>
            <a:ext cx="2223573" cy="22235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5A7548-AC44-9F77-67C6-1CE9CAB99E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498" y="-89249"/>
            <a:ext cx="5581404" cy="186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186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</TotalTime>
  <Words>66</Words>
  <Application>Microsoft Macintosh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Jumble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Jacqueline Russell</dc:creator>
  <cp:lastModifiedBy>Adam Smeets</cp:lastModifiedBy>
  <cp:revision>9</cp:revision>
  <cp:lastPrinted>2025-09-29T20:20:33Z</cp:lastPrinted>
  <dcterms:created xsi:type="dcterms:W3CDTF">2025-09-25T00:11:25Z</dcterms:created>
  <dcterms:modified xsi:type="dcterms:W3CDTF">2026-04-28T17:28:35Z</dcterms:modified>
</cp:coreProperties>
</file>